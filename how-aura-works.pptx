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Emphasize: Scratchpad solves a size problem, not a relevance problem — that distinction is the single most important takeaway from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high-level look at the open-source agent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behind aura-mezmo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aura-mezmo project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Aura?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built in Rust by Mezmo — auditable, forkable, no vendor lock-in.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474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TOML file defines an agent: identity, LLM provider, tools, behavior. No custom code required.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Tool-Connected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892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external systems through MCP (Model Context Protocol) — a standard, not a custom integration.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reasoning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request; decide what's needed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0" y="2697480"/>
            <a:ext cx="32004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 — search logs, query tickets, etc.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2697480"/>
            <a:ext cx="32004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reason over what came back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0" y="2697480"/>
            <a:ext cx="32004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2980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068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0684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Confident? Answer. Not sure? Loop back and dig more.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349240"/>
            <a:ext cx="0" cy="411480"/>
          </a:xfrm>
          <a:prstGeom prst="line">
            <a:avLst/>
          </a:prstGeom>
          <a:noFill/>
          <a:ln w="12700">
            <a:solidFill>
              <a:srgbClr val="EA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self-correcting loop is what separates an “agent harness” from a bare LLM call — if a tool result wasn't enough, the agent replans instead of guessing.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connect through MCP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306324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5120640" y="3497580"/>
            <a:ext cx="2194560" cy="-19202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188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Mezmo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(hosted MCP)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flipV="1">
            <a:off x="5120640" y="3497580"/>
            <a:ext cx="2194560" cy="-457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logs-mcp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20640" y="3497580"/>
            <a:ext cx="2194560" cy="18288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4937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freshdesk-mcp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server plugs in the same way — tools are auto-discovered at startup, not hand-wired per integration.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results can be huge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EAF2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 Window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24912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026664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328416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630168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931920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4233672"/>
            <a:ext cx="45720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709160"/>
            <a:ext cx="4572000" cy="274320"/>
          </a:xfrm>
          <a:prstGeom prst="rect">
            <a:avLst/>
          </a:prstGeom>
          <a:solidFill>
            <a:srgbClr val="F3D2C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→ request fails, or the model drowns in noise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is a routine size for a single tool result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that straight into context either overflows the window entirely, or fits but buries the model in repetitive noise — degrading its reasoning either way.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Scratchpad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733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933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result is token-counted against a threshold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791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999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output is written to disk; the LLM gets a small pointer instead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685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050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read-only tools (grep, slice, head, schema...) pull in only what's asked for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749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manages size. It has no idea what's noise vs. signal — that judgment still comes from the prompt and skill design, not from Scratchpad itself.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teach Aura our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skill's name + description sits in the system prompt (cheap, always there)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2697480"/>
            <a:ext cx="36576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8912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 load on demand, only when a request seems relevant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2697480"/>
            <a:ext cx="36576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AF2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files (glossaries, keyword tables) load one at a time as needed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3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this project: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robot-shift-notes teaches Aura Pickle Robot's log keywords, container glossary, and Mezmo query syntax — without bloating every single prompt with domain knowledge it doesn't always need.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aura-mezmo is wired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+ upload)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2834640"/>
            <a:ext cx="731520" cy="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148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148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3520440"/>
            <a:ext cx="0" cy="320040"/>
          </a:xfrm>
          <a:prstGeom prst="line">
            <a:avLst/>
          </a:prstGeom>
          <a:noFill/>
          <a:ln w="25400">
            <a:solidFill>
              <a:srgbClr val="6B7C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8404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EA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folder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5394960" y="2834640"/>
            <a:ext cx="2743200" cy="-12344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18872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AF2F7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188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Mezmo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(hosted, live logs)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2834640"/>
            <a:ext cx="2743200" cy="4114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83464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AF2F7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(uploaded files)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834640"/>
            <a:ext cx="2743200" cy="205740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44805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AF2F7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480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freshdesk-mcp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(bug tickets)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one config file, three tool sources — chat, log upload, live Mezmo search, and Freshdesk correlation all run through the same loop.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Alpha — real, but early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actively developed, in beta with design partners. No independent reviews yet — but real bugs get found and fixed by Mezmo's own team in the open, on GitHub.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7614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over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30815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TOML files, not services you build from scratch.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8130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≠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41330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the context window; relevance still comes from skills and prompts.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8646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scale domain knowledge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18464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 loads on demand — it doesn't bloat every request.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Ping the aura-mezmo channel.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2026-08-05T15:17:39Z</dcterms:created>
  <dcterms:modified xsi:type="dcterms:W3CDTF">2026-08-05T15:17:39Z</dcterms:modified>
</cp:coreProperties>
</file>